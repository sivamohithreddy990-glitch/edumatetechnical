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6858000"/>
  <p:notesSz cx="6858000" cy="9144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67073080" val="1230" revOS="4"/>
      <pr:smFileRevision xmlns:pr="smNativeData" xmlns="smNativeData" dt="1767073080" val="101"/>
      <pr:guideOptions xmlns:pr="smNativeData" xmlns="smNativeData" dt="1767073080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 snapToObjects="1">
      <p:cViewPr varScale="1">
        <p:scale>
          <a:sx n="60" d="100"/>
          <a:sy n="60" d="100"/>
        </p:scale>
        <p:origin x="1303" y="210"/>
      </p:cViewPr>
      <p:guideLst x="0" y="0"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7" d="100"/>
        <a:sy n="17" d="100"/>
      </p:scale>
      <p:origin x="0" y="0"/>
    </p:cViewPr>
  </p:sorterViewPr>
  <p:notesViewPr>
    <p:cSldViewPr snapToGrid="0" snapToObjects="1">
      <p:cViewPr>
        <p:scale>
          <a:sx n="60" d="100"/>
          <a:sy n="60" d="100"/>
        </p:scale>
        <p:origin x="1303" y="210"/>
      </p:cViewPr>
    </p:cSldViewPr>
  </p:notesViewPr>
  <p:gridSpacing cx="78028800" cy="7802880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sNAAAINAAAJhYAABAAAAAmAAAACAAAAAEAAAAAAAAA"/>
              </a:ext>
            </a:extLst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gAAOgXAADQLwAAsCIAABAAAAAmAAAACAAAAAGAAAAAAAAA"/>
              </a:ext>
            </a:extLst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lang="en-us" cap="none">
                <a:solidFill>
                  <a:srgbClr val="8C8C8C"/>
                </a:solidFill>
              </a:defRPr>
            </a:lvl1pPr>
            <a:lvl2pPr marL="457200" indent="0" algn="ctr">
              <a:buNone/>
              <a:defRPr lang="en-us" cap="none">
                <a:solidFill>
                  <a:srgbClr val="8C8C8C"/>
                </a:solidFill>
              </a:defRPr>
            </a:lvl2pPr>
            <a:lvl3pPr marL="914400" indent="0" algn="ctr">
              <a:buNone/>
              <a:defRPr lang="en-us" cap="none">
                <a:solidFill>
                  <a:srgbClr val="8C8C8C"/>
                </a:solidFill>
              </a:defRPr>
            </a:lvl3pPr>
            <a:lvl4pPr marL="1371600" indent="0" algn="ctr">
              <a:buNone/>
              <a:defRPr lang="en-us" cap="none">
                <a:solidFill>
                  <a:srgbClr val="8C8C8C"/>
                </a:solidFill>
              </a:defRPr>
            </a:lvl4pPr>
            <a:lvl5pPr marL="1828800" indent="0" algn="ctr">
              <a:buNone/>
              <a:defRPr lang="en-us" cap="none">
                <a:solidFill>
                  <a:srgbClr val="8C8C8C"/>
                </a:solidFill>
              </a:defRPr>
            </a:lvl5pPr>
            <a:lvl6pPr marL="2286000" indent="0" algn="ctr">
              <a:buNone/>
              <a:defRPr lang="en-us" cap="none">
                <a:solidFill>
                  <a:srgbClr val="8C8C8C"/>
                </a:solidFill>
              </a:defRPr>
            </a:lvl6pPr>
            <a:lvl7pPr marL="2743200" indent="0" algn="ctr">
              <a:buNone/>
              <a:defRPr lang="en-us" cap="none">
                <a:solidFill>
                  <a:srgbClr val="8C8C8C"/>
                </a:solidFill>
              </a:defRPr>
            </a:lvl7pPr>
            <a:lvl8pPr marL="3200400" indent="0" algn="ctr">
              <a:buNone/>
              <a:defRPr lang="en-us" cap="none">
                <a:solidFill>
                  <a:srgbClr val="8C8C8C"/>
                </a:solidFill>
              </a:defRPr>
            </a:lvl8pPr>
            <a:lvl9pPr marL="3657600" indent="0" algn="ctr">
              <a:buNone/>
              <a:defRPr lang="en-us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B107864C-025C-5270-12BF-F425C8F1E4A1}" type="datetime1">
              <a:t>1/27/13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B107FA71-3F5C-520C-12BF-C959B4F1E49C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B107966B-255C-5260-12BF-D335D8F1E486}" type="datetime1">
              <a:t/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B107C427-695C-5232-12BF-9F678AF1E4CA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BwbAABCNAAAfSMAABAAAAAmAAAACAAAAIGAAAAAAAAA"/>
              </a:ext>
            </a:extLst>
          </p:cNvSpPr>
          <p:nvPr>
            <p:ph type="title"/>
          </p:nvPr>
        </p:nvSpPr>
        <p:spPr>
          <a:xfrm>
            <a:off x="722630" y="4406900"/>
            <a:ext cx="7772400" cy="13620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en-us" sz="4000" b="1" cap="all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OIRAABCNAAAHBsAABAAAAAmAAAACAAAAIGAAAAAAAAA"/>
              </a:ext>
            </a:extLst>
          </p:cNvSpPr>
          <p:nvPr>
            <p:ph idx="1"/>
          </p:nvPr>
        </p:nvSpPr>
        <p:spPr>
          <a:xfrm>
            <a:off x="722630" y="2907030"/>
            <a:ext cx="7772400" cy="149987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000" cap="none">
                <a:solidFill>
                  <a:srgbClr val="8C8C8C"/>
                </a:solidFill>
              </a:defRPr>
            </a:lvl1pPr>
            <a:lvl2pPr marL="457200" indent="0">
              <a:buNone/>
              <a:defRPr lang="en-us" sz="1800" cap="none">
                <a:solidFill>
                  <a:srgbClr val="8C8C8C"/>
                </a:solidFill>
              </a:defRPr>
            </a:lvl2pPr>
            <a:lvl3pPr marL="914400" indent="0">
              <a:buNone/>
              <a:defRPr lang="en-us" sz="1600" cap="none">
                <a:solidFill>
                  <a:srgbClr val="8C8C8C"/>
                </a:solidFill>
              </a:defRPr>
            </a:lvl3pPr>
            <a:lvl4pPr marL="1371600" indent="0">
              <a:buNone/>
              <a:defRPr lang="en-us" sz="1400" cap="none">
                <a:solidFill>
                  <a:srgbClr val="8C8C8C"/>
                </a:solidFill>
              </a:defRPr>
            </a:lvl4pPr>
            <a:lvl5pPr marL="1828800" indent="0">
              <a:buNone/>
              <a:defRPr lang="en-us" sz="1400" cap="none">
                <a:solidFill>
                  <a:srgbClr val="8C8C8C"/>
                </a:solidFill>
              </a:defRPr>
            </a:lvl5pPr>
            <a:lvl6pPr marL="2286000" indent="0">
              <a:buNone/>
              <a:defRPr lang="en-us" sz="1400" cap="none">
                <a:solidFill>
                  <a:srgbClr val="8C8C8C"/>
                </a:solidFill>
              </a:defRPr>
            </a:lvl6pPr>
            <a:lvl7pPr marL="2743200" indent="0">
              <a:buNone/>
              <a:defRPr lang="en-us" sz="1400" cap="none">
                <a:solidFill>
                  <a:srgbClr val="8C8C8C"/>
                </a:solidFill>
              </a:defRPr>
            </a:lvl7pPr>
            <a:lvl8pPr marL="3200400" indent="0">
              <a:buNone/>
              <a:defRPr lang="en-us" sz="1400" cap="none">
                <a:solidFill>
                  <a:srgbClr val="8C8C8C"/>
                </a:solidFill>
              </a:defRPr>
            </a:lvl8pPr>
            <a:lvl9pPr marL="3657600" indent="0">
              <a:buNone/>
              <a:defRPr lang="en-us" sz="1400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YJJ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B107B0CA-845C-5246-12BF-7213FEF1E427}" type="datetime1">
              <a:t>1/27/13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B107CC4C-025C-523A-12BF-F46F82F1E4A1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oGwAAsCUAABAAAAAmAAAACAAAAAGAAAAAAAAA"/>
              </a:ext>
            </a:extLst>
          </p:cNvSpPr>
          <p:nvPr>
            <p:ph idx="1"/>
          </p:nvPr>
        </p:nvSpPr>
        <p:spPr>
          <a:xfrm>
            <a:off x="457200" y="1600200"/>
            <a:ext cx="4038600" cy="4526280"/>
          </a:xfrm>
        </p:spPr>
        <p:txBody>
          <a:bodyPr/>
          <a:lstStyle>
            <a:lvl1pPr>
              <a:defRPr lang="en-us" sz="2800" cap="none"/>
            </a:lvl1pPr>
            <a:lvl2pPr>
              <a:defRPr lang="en-us" sz="2400" cap="none"/>
            </a:lvl2pPr>
            <a:lvl3pPr>
              <a:defRPr lang="en-us" sz="2000" cap="none"/>
            </a:lvl3pPr>
            <a:lvl4pPr>
              <a:defRPr lang="en-us" sz="1800" cap="none"/>
            </a:lvl4pPr>
            <a:lvl5pPr>
              <a:defRPr lang="en-us" sz="1800" cap="none"/>
            </a:lvl5pPr>
            <a:lvl6pPr>
              <a:defRPr lang="en-us" sz="1800" cap="none"/>
            </a:lvl6pPr>
            <a:lvl7pPr>
              <a:defRPr lang="en-us" sz="1800" cap="none"/>
            </a:lvl7pPr>
            <a:lvl8pPr>
              <a:defRPr lang="en-us" sz="1800" cap="none"/>
            </a:lvl8pPr>
            <a:lvl9pPr>
              <a:defRPr lang="en-us" sz="18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BwAANgJAABwNQAAsCUAABAAAAAmAAAACAAAAAGAAAAAAAAA"/>
              </a:ext>
            </a:extLst>
          </p:cNvSpPr>
          <p:nvPr>
            <p:ph idx="2"/>
          </p:nvPr>
        </p:nvSpPr>
        <p:spPr>
          <a:xfrm>
            <a:off x="4648200" y="1600200"/>
            <a:ext cx="4038600" cy="4526280"/>
          </a:xfrm>
        </p:spPr>
        <p:txBody>
          <a:bodyPr/>
          <a:lstStyle>
            <a:lvl1pPr>
              <a:defRPr lang="en-us" sz="2800" cap="none"/>
            </a:lvl1pPr>
            <a:lvl2pPr>
              <a:defRPr lang="en-us" sz="2400" cap="none"/>
            </a:lvl2pPr>
            <a:lvl3pPr>
              <a:defRPr lang="en-us" sz="2000" cap="none"/>
            </a:lvl3pPr>
            <a:lvl4pPr>
              <a:defRPr lang="en-us" sz="1800" cap="none"/>
            </a:lvl4pPr>
            <a:lvl5pPr>
              <a:defRPr lang="en-us" sz="1800" cap="none"/>
            </a:lvl5pPr>
            <a:lvl6pPr>
              <a:defRPr lang="en-us" sz="1800" cap="none"/>
            </a:lvl6pPr>
            <a:lvl7pPr>
              <a:defRPr lang="en-us" sz="1800" cap="none"/>
            </a:lvl7pPr>
            <a:lvl8pPr>
              <a:defRPr lang="en-us" sz="1800" cap="none"/>
            </a:lvl8pPr>
            <a:lvl9pPr>
              <a:defRPr lang="en-us" sz="18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MDbbw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B107C6AC-E25C-5230-12BF-146588F1E441}" type="datetime1">
              <a:t>1/27/13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ivbw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B107810B-455C-5277-12BF-B322CFF1E4E6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SRKg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HIJAACrGwAAYQ0AABAAAAAmAAAACAAAAIGAAAAAAAAA"/>
              </a:ext>
            </a:extLst>
          </p:cNvSpPr>
          <p:nvPr>
            <p:ph idx="1"/>
          </p:nvPr>
        </p:nvSpPr>
        <p:spPr>
          <a:xfrm>
            <a:off x="457200" y="1535430"/>
            <a:ext cx="404050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400" b="1" cap="none"/>
            </a:lvl1pPr>
            <a:lvl2pPr marL="457200" indent="0">
              <a:buNone/>
              <a:defRPr lang="en-us" sz="2000" b="1" cap="none"/>
            </a:lvl2pPr>
            <a:lvl3pPr marL="914400" indent="0">
              <a:buNone/>
              <a:defRPr lang="en-us" sz="1800" b="1" cap="none"/>
            </a:lvl3pPr>
            <a:lvl4pPr marL="1371600" indent="0">
              <a:buNone/>
              <a:defRPr lang="en-us" sz="1600" b="1" cap="none"/>
            </a:lvl4pPr>
            <a:lvl5pPr marL="1828800" indent="0">
              <a:buNone/>
              <a:defRPr lang="en-us" sz="1600" b="1" cap="none"/>
            </a:lvl5pPr>
            <a:lvl6pPr marL="2286000" indent="0">
              <a:buNone/>
              <a:defRPr lang="en-us" sz="1600" b="1" cap="none"/>
            </a:lvl6pPr>
            <a:lvl7pPr marL="2743200" indent="0">
              <a:buNone/>
              <a:defRPr lang="en-us" sz="1600" b="1" cap="none"/>
            </a:lvl7pPr>
            <a:lvl8pPr marL="3200400" indent="0">
              <a:buNone/>
              <a:defRPr lang="en-us" sz="1600" b="1" cap="none"/>
            </a:lvl8pPr>
            <a:lvl9pPr marL="3657600" indent="0">
              <a:buNone/>
              <a:defRPr lang="en-us" sz="1600" b="1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ENAACrGwAAsCUAABAAAAAmAAAACAAAAAGAAAAAAAAA"/>
              </a:ext>
            </a:extLst>
          </p:cNvSpPr>
          <p:nvPr>
            <p:ph idx="2"/>
          </p:nvPr>
        </p:nvSpPr>
        <p:spPr>
          <a:xfrm>
            <a:off x="457200" y="2174875"/>
            <a:ext cx="4040505" cy="3951605"/>
          </a:xfrm>
        </p:spPr>
        <p:txBody>
          <a:bodyPr/>
          <a:lstStyle>
            <a:lvl1pPr>
              <a:defRPr lang="en-us" sz="2400" cap="none"/>
            </a:lvl1pPr>
            <a:lvl2pPr>
              <a:defRPr lang="en-us" sz="2000" cap="none"/>
            </a:lvl2pPr>
            <a:lvl3pPr>
              <a:defRPr lang="en-us" sz="1800" cap="none"/>
            </a:lvl3pPr>
            <a:lvl4pPr>
              <a:defRPr lang="en-us" sz="1600" cap="none"/>
            </a:lvl4pPr>
            <a:lvl5pPr>
              <a:defRPr lang="en-us" sz="1600" cap="none"/>
            </a:lvl5pPr>
            <a:lvl6pPr>
              <a:defRPr lang="en-us" sz="1600" cap="none"/>
            </a:lvl6pPr>
            <a:lvl7pPr>
              <a:defRPr lang="en-us" sz="1600" cap="none"/>
            </a:lvl7pPr>
            <a:lvl8pPr>
              <a:defRPr lang="en-us" sz="1600" cap="none"/>
            </a:lvl8pPr>
            <a:lvl9pPr>
              <a:defRPr lang="en-us" sz="16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wAAHIJAABwNQAAYQ0AABAAAAAmAAAACAAAAIGAAAAAAAAA"/>
              </a:ext>
            </a:extLst>
          </p:cNvSpPr>
          <p:nvPr>
            <p:ph idx="3"/>
          </p:nvPr>
        </p:nvSpPr>
        <p:spPr>
          <a:xfrm>
            <a:off x="4645025" y="1535430"/>
            <a:ext cx="404177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400" b="1" cap="none"/>
            </a:lvl1pPr>
            <a:lvl2pPr marL="457200" indent="0">
              <a:buNone/>
              <a:defRPr lang="en-us" sz="2000" b="1" cap="none"/>
            </a:lvl2pPr>
            <a:lvl3pPr marL="914400" indent="0">
              <a:buNone/>
              <a:defRPr lang="en-us" sz="1800" b="1" cap="none"/>
            </a:lvl3pPr>
            <a:lvl4pPr marL="1371600" indent="0">
              <a:buNone/>
              <a:defRPr lang="en-us" sz="1600" b="1" cap="none"/>
            </a:lvl4pPr>
            <a:lvl5pPr marL="1828800" indent="0">
              <a:buNone/>
              <a:defRPr lang="en-us" sz="1600" b="1" cap="none"/>
            </a:lvl5pPr>
            <a:lvl6pPr marL="2286000" indent="0">
              <a:buNone/>
              <a:defRPr lang="en-us" sz="1600" b="1" cap="none"/>
            </a:lvl6pPr>
            <a:lvl7pPr marL="2743200" indent="0">
              <a:buNone/>
              <a:defRPr lang="en-us" sz="1600" b="1" cap="none"/>
            </a:lvl7pPr>
            <a:lvl8pPr marL="3200400" indent="0">
              <a:buNone/>
              <a:defRPr lang="en-us" sz="1600" b="1" cap="none"/>
            </a:lvl8pPr>
            <a:lvl9pPr marL="3657600" indent="0">
              <a:buNone/>
              <a:defRPr lang="en-us" sz="1600" b="1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wAAGENAABwNQAAsCUAABAAAAAmAAAACAAAAAGAAAAAAAAA"/>
              </a:ext>
            </a:extLst>
          </p:cNvSpPr>
          <p:nvPr>
            <p:ph idx="4"/>
          </p:nvPr>
        </p:nvSpPr>
        <p:spPr>
          <a:xfrm>
            <a:off x="4645025" y="2174875"/>
            <a:ext cx="4041775" cy="3951605"/>
          </a:xfrm>
        </p:spPr>
        <p:txBody>
          <a:bodyPr/>
          <a:lstStyle>
            <a:lvl1pPr>
              <a:defRPr lang="en-us" sz="2400" cap="none"/>
            </a:lvl1pPr>
            <a:lvl2pPr>
              <a:defRPr lang="en-us" sz="2000" cap="none"/>
            </a:lvl2pPr>
            <a:lvl3pPr>
              <a:defRPr lang="en-us" sz="1800" cap="none"/>
            </a:lvl3pPr>
            <a:lvl4pPr>
              <a:defRPr lang="en-us" sz="1600" cap="none"/>
            </a:lvl4pPr>
            <a:lvl5pPr>
              <a:defRPr lang="en-us" sz="1600" cap="none"/>
            </a:lvl5pPr>
            <a:lvl6pPr>
              <a:defRPr lang="en-us" sz="1600" cap="none"/>
            </a:lvl6pPr>
            <a:lvl7pPr>
              <a:defRPr lang="en-us" sz="1600" cap="none"/>
            </a:lvl7pPr>
            <a:lvl8pPr>
              <a:defRPr lang="en-us" sz="1600" cap="none"/>
            </a:lvl8pPr>
            <a:lvl9pPr>
              <a:defRPr lang="en-us" sz="16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YOKQ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B107E360-2E5C-5215-12BF-D840ADF1E48D}" type="datetime1">
              <a:t>1/27/13</a:t>
            </a:fld>
          </a:p>
        </p:txBody>
      </p:sp>
      <p:sp>
        <p:nvSpPr>
          <p:cNvPr id="8" name="Footer Placeholder 7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9" name="Slide Number Placeholder 8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YJJ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B10790D7-995C-5266-12BF-6F33DEF1E43A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g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gd8w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B107D26B-255C-5224-12BF-D3719CF1E486}" type="datetime1">
              <a:t/>
            </a:fld>
          </a:p>
        </p:txBody>
      </p:sp>
      <p:sp>
        <p:nvSpPr>
          <p:cNvPr id="4" name="Footer Placeholder 3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5" name="Slide Number Placeholder 4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V0AA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B107C525-6B5C-5233-12BF-9D668BF1E4C8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B10783EC-A25C-5275-12BF-5420CDF1E401}" type="datetime1">
              <a:t>1/27/13</a:t>
            </a:fld>
          </a:p>
        </p:txBody>
      </p:sp>
      <p:sp>
        <p:nvSpPr>
          <p:cNvPr id="3" name="Footer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B107813B-755C-5277-12BF-8322CFF1E4D6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CvIQ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K4BAABSFQAA1AgAABAAAAAmAAAACAAAAIGAAAAAAAAA"/>
              </a:ext>
            </a:extLst>
          </p:cNvSpPr>
          <p:nvPr>
            <p:ph type="title"/>
          </p:nvPr>
        </p:nvSpPr>
        <p:spPr>
          <a:xfrm>
            <a:off x="457200" y="273050"/>
            <a:ext cx="3008630" cy="116205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en-us" sz="20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T5SX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/hUAAK4BAABwNQAAsCUAABAAAAAmAAAACAAAAAGAAAAAAAAA"/>
              </a:ext>
            </a:extLst>
          </p:cNvSpPr>
          <p:nvPr>
            <p:ph idx="1"/>
          </p:nvPr>
        </p:nvSpPr>
        <p:spPr>
          <a:xfrm>
            <a:off x="3575050" y="273050"/>
            <a:ext cx="5111750" cy="5853430"/>
          </a:xfrm>
        </p:spPr>
        <p:txBody>
          <a:bodyPr/>
          <a:lstStyle>
            <a:lvl1pPr>
              <a:defRPr lang="en-us" sz="3200" cap="none"/>
            </a:lvl1pPr>
            <a:lvl2pPr>
              <a:defRPr lang="en-us" sz="2800" cap="none"/>
            </a:lvl2pPr>
            <a:lvl3pPr>
              <a:defRPr lang="en-us" sz="2400" cap="none"/>
            </a:lvl3pPr>
            <a:lvl4pPr>
              <a:defRPr lang="en-us" sz="2000" cap="none"/>
            </a:lvl4pPr>
            <a:lvl5pPr>
              <a:defRPr lang="en-us" sz="2000" cap="none"/>
            </a:lvl5pPr>
            <a:lvl6pPr>
              <a:defRPr lang="en-us" sz="2000" cap="none"/>
            </a:lvl6pPr>
            <a:lvl7pPr>
              <a:defRPr lang="en-us" sz="2000" cap="none"/>
            </a:lvl7pPr>
            <a:lvl8pPr>
              <a:defRPr lang="en-us" sz="2000" cap="none"/>
            </a:lvl8pPr>
            <a:lvl9pPr>
              <a:defRPr lang="en-us" sz="20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QIAABSFQAAsCUAABAAAAAmAAAACAAAAAGAAAAAAAAA"/>
              </a:ext>
            </a:extLst>
          </p:cNvSpPr>
          <p:nvPr>
            <p:ph idx="2"/>
          </p:nvPr>
        </p:nvSpPr>
        <p:spPr>
          <a:xfrm>
            <a:off x="457200" y="1435100"/>
            <a:ext cx="3008630" cy="4691380"/>
          </a:xfrm>
        </p:spPr>
        <p:txBody>
          <a:bodyPr/>
          <a:lstStyle>
            <a:lvl1pPr marL="0" indent="0">
              <a:buNone/>
              <a:defRPr lang="en-us" sz="1400" cap="none"/>
            </a:lvl1pPr>
            <a:lvl2pPr marL="457200" indent="0">
              <a:buNone/>
              <a:defRPr lang="en-us" sz="1200" cap="none"/>
            </a:lvl2pPr>
            <a:lvl3pPr marL="914400" indent="0">
              <a:buNone/>
              <a:defRPr lang="en-us" sz="1000" cap="none"/>
            </a:lvl3pPr>
            <a:lvl4pPr marL="1371600" indent="0">
              <a:buNone/>
              <a:defRPr lang="en-us" sz="900" cap="none"/>
            </a:lvl4pPr>
            <a:lvl5pPr marL="1828800" indent="0">
              <a:buNone/>
              <a:defRPr lang="en-us" sz="900" cap="none"/>
            </a:lvl5pPr>
            <a:lvl6pPr marL="2286000" indent="0">
              <a:buNone/>
              <a:defRPr lang="en-us" sz="900" cap="none"/>
            </a:lvl6pPr>
            <a:lvl7pPr marL="2743200" indent="0">
              <a:buNone/>
              <a:defRPr lang="en-us" sz="900" cap="none"/>
            </a:lvl7pPr>
            <a:lvl8pPr marL="3200400" indent="0">
              <a:buNone/>
              <a:defRPr lang="en-us" sz="900" cap="none"/>
            </a:lvl8pPr>
            <a:lvl9pPr marL="3657600" indent="0">
              <a:buNone/>
              <a:defRPr lang="en-us" sz="9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NsaW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B107B763-2D5C-5241-12BF-DB14F9F1E48E}" type="datetime1">
              <a:t>1/27/13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B107B9F5-BB5C-524F-12BF-4D1AF7F1E418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IgdAADHLAAABSEAABAAAAAmAAAACAAAAIGAAAAAAAAA"/>
              </a:ext>
            </a:extLst>
          </p:cNvSpPr>
          <p:nvPr>
            <p:ph type="title"/>
          </p:nvPr>
        </p:nvSpPr>
        <p:spPr>
          <a:xfrm>
            <a:off x="1792605" y="4800600"/>
            <a:ext cx="5486400" cy="56705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en-us" sz="20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MUDAADHLAAAFR0AABAAAAAmAAAACAAAAAGAAAAAAAAA"/>
              </a:ext>
            </a:extLst>
          </p:cNvSpPr>
          <p:nvPr>
            <p:ph type="pic" idx="1"/>
          </p:nvPr>
        </p:nvSpPr>
        <p:spPr>
          <a:xfrm>
            <a:off x="1792605" y="612775"/>
            <a:ext cx="5486400" cy="4114800"/>
          </a:xfrm>
        </p:spPr>
        <p:txBody>
          <a:bodyPr/>
          <a:lstStyle>
            <a:lvl1pPr marL="0" indent="0">
              <a:buNone/>
              <a:defRPr lang="en-us" sz="3200" cap="none"/>
            </a:lvl1pPr>
            <a:lvl2pPr marL="457200" indent="0">
              <a:buNone/>
              <a:defRPr lang="en-us" sz="2800" cap="none"/>
            </a:lvl2pPr>
            <a:lvl3pPr marL="914400" indent="0">
              <a:buNone/>
              <a:defRPr lang="en-us" sz="2400" cap="none"/>
            </a:lvl3pPr>
            <a:lvl4pPr marL="1371600" indent="0">
              <a:buNone/>
              <a:defRPr lang="en-us" sz="2000" cap="none"/>
            </a:lvl4pPr>
            <a:lvl5pPr marL="1828800" indent="0">
              <a:buNone/>
              <a:defRPr lang="en-us" sz="2000" cap="none"/>
            </a:lvl5pPr>
            <a:lvl6pPr marL="2286000" indent="0">
              <a:buNone/>
              <a:defRPr lang="en-us" sz="2000" cap="none"/>
            </a:lvl6pPr>
            <a:lvl7pPr marL="2743200" indent="0">
              <a:buNone/>
              <a:defRPr lang="en-us" sz="2000" cap="none"/>
            </a:lvl7pPr>
            <a:lvl8pPr marL="3200400" indent="0">
              <a:buNone/>
              <a:defRPr lang="en-us" sz="2000" cap="none"/>
            </a:lvl8pPr>
            <a:lvl9pPr marL="3657600" indent="0">
              <a:buNone/>
              <a:defRPr lang="en-us" sz="2000" cap="none"/>
            </a:lvl9pPr>
          </a:lstStyle>
          <a:p>
            <a:pPr>
              <a:defRPr lang="en-us"/>
            </a:pP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AUhAADHLAAA+CUAABAAAAAmAAAACAAAAAGAAAAAAAAA"/>
              </a:ext>
            </a:extLst>
          </p:cNvSpPr>
          <p:nvPr>
            <p:ph idx="2"/>
          </p:nvPr>
        </p:nvSpPr>
        <p:spPr>
          <a:xfrm>
            <a:off x="1792605" y="5367655"/>
            <a:ext cx="5486400" cy="804545"/>
          </a:xfrm>
        </p:spPr>
        <p:txBody>
          <a:bodyPr/>
          <a:lstStyle>
            <a:lvl1pPr marL="0" indent="0">
              <a:buNone/>
              <a:defRPr lang="en-us" sz="1400" cap="none"/>
            </a:lvl1pPr>
            <a:lvl2pPr marL="457200" indent="0">
              <a:buNone/>
              <a:defRPr lang="en-us" sz="1200" cap="none"/>
            </a:lvl2pPr>
            <a:lvl3pPr marL="914400" indent="0">
              <a:buNone/>
              <a:defRPr lang="en-us" sz="1000" cap="none"/>
            </a:lvl3pPr>
            <a:lvl4pPr marL="1371600" indent="0">
              <a:buNone/>
              <a:defRPr lang="en-us" sz="900" cap="none"/>
            </a:lvl4pPr>
            <a:lvl5pPr marL="1828800" indent="0">
              <a:buNone/>
              <a:defRPr lang="en-us" sz="900" cap="none"/>
            </a:lvl5pPr>
            <a:lvl6pPr marL="2286000" indent="0">
              <a:buNone/>
              <a:defRPr lang="en-us" sz="900" cap="none"/>
            </a:lvl6pPr>
            <a:lvl7pPr marL="2743200" indent="0">
              <a:buNone/>
              <a:defRPr lang="en-us" sz="900" cap="none"/>
            </a:lvl7pPr>
            <a:lvl8pPr marL="3200400" indent="0">
              <a:buNone/>
              <a:defRPr lang="en-us" sz="900" cap="none"/>
            </a:lvl8pPr>
            <a:lvl9pPr marL="3657600" indent="0">
              <a:buNone/>
              <a:defRPr lang="en-us" sz="9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B1078CF9-B75C-527A-12BF-412FC2F1E414}" type="datetime1">
              <a:t>1/27/13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B107F5AA-E45C-5203-12BF-1256BBF1E447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B107B059-175C-5246-12BF-E113FEF1E4B4}" type="datetime1">
              <a:t>1/27/13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B107E6FE-B05C-5210-12BF-4645A8F1E413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CgAALEBAABwNQAAsCUAABAAAAAmAAAACAAAAAMAAAAAAAAA"/>
              </a:ext>
            </a:extLst>
          </p:cNvSpPr>
          <p:nvPr>
            <p:ph type="title"/>
          </p:nvPr>
        </p:nvSpPr>
        <p:spPr>
          <a:xfrm>
            <a:off x="6629400" y="274955"/>
            <a:ext cx="2057400" cy="5851525"/>
          </a:xfrm>
        </p:spPr>
        <p:txBody>
          <a:bodyPr vert="vert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DYJwAAsCUAABAAAAAmAAAACAAAAAMAAAAAAAAA"/>
              </a:ext>
            </a:extLst>
          </p:cNvSpPr>
          <p:nvPr>
            <p:ph idx="1"/>
          </p:nvPr>
        </p:nvSpPr>
        <p:spPr>
          <a:xfrm>
            <a:off x="457200" y="274955"/>
            <a:ext cx="6019800" cy="5851525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B107A042-0C5C-5256-12BF-FA03EEF1E4AF}" type="datetime1">
              <a:t>1/27/13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B107BD18-565C-524B-12BF-A01EF3F1E4F5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LEBAABwNQAAuQgAABAAAAAmAAAACAAAAL8vAAAAAAAA"/>
              </a:ext>
            </a:extLst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NgJAABwNQAAsCUAABAAAAAmAAAACAAAAD8vAAAAAA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BonAADwDwAAWSkAABAAAAAmAAAACAAAAL+PAAAAAAAA"/>
              </a:ext>
            </a:extLst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fld id="{B1078B4D-035C-527D-12BF-F528C5F1E4A0}" type="datetime1">
              <a:t/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MAABonAAAIJQAAWSkAABAAAAAmAAAACAAAAL+PAAAAAAAA"/>
              </a:ext>
            </a:extLst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ctr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cH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UCgAABonAABwNQAAWSkAABAAAAAmAAAACAAAAL+PAAAAAAAA"/>
              </a:ext>
            </a:extLst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fld id="{B1078D04-4A5C-527B-12BF-BC2EC3F1E4E9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titleStyle>
    <p:bodyStyle>
      <a:lvl1pPr marL="342900" marR="0" indent="-3429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742950" marR="0" indent="-28575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lang="en-us"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1143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600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20574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»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5146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9718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429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886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bodyStyle>
    <p:otherStyle>
      <a:lvl1pPr marL="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LEBAABwNQAAuQgAAAAAAAAmAAAACAAAAAEAAAAAAAAA"/>
              </a:ext>
            </a:extLst>
          </p:cNvSpPr>
          <p:nvPr>
            <p:ph type="title"/>
          </p:nvPr>
        </p:nvSpPr>
        <p:spPr>
          <a:xfrm>
            <a:off x="457200" y="274955"/>
            <a:ext cx="8229600" cy="1143000"/>
          </a:xfrm>
        </p:spPr>
        <p:txBody>
          <a:bodyPr/>
          <a:lstStyle/>
          <a:p>
            <a:pPr>
              <a:defRPr lang="en-us" sz="3600" cap="none"/>
            </a:pPr>
            <a:r>
              <a:t>Definition of Software &amp; Software Engineering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NgJAABwNQAAsCUAAAAAAAAmAAAACAAAAAEAAAAAAA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pPr marL="0" indent="0">
              <a:buNone/>
              <a:defRPr lang="en-us" sz="2800" cap="none"/>
            </a:pPr>
            <a:r>
              <a:t>Software:</a:t>
            </a:r>
          </a:p>
          <a:p>
            <a:pPr marL="0" indent="0">
              <a:buNone/>
              <a:defRPr lang="en-us" sz="2800" cap="none"/>
            </a:pPr>
            <a:r>
              <a:t>• Collection of computer programs, procedures, rules, and documentation</a:t>
            </a:r>
          </a:p>
          <a:p>
            <a:pPr marL="0" indent="0">
              <a:buNone/>
              <a:defRPr lang="en-us" sz="2800" cap="none"/>
            </a:pPr>
            <a:r>
              <a:t>• Includes user manuals and system documentation</a:t>
            </a:r>
          </a:p>
          <a:p>
            <a:pPr marL="0" indent="0">
              <a:buNone/>
              <a:defRPr lang="en-us" sz="2800" cap="none"/>
            </a:pPr>
            <a:r>
              <a:t>• Developed and engineered, not manufactured</a:t>
            </a:r>
          </a:p>
          <a:p>
            <a:pPr marL="0" indent="0">
              <a:buNone/>
              <a:defRPr lang="en-us" sz="2800" cap="none"/>
            </a:pPr>
            <a:r>
              <a:t>Software Engineering:</a:t>
            </a:r>
          </a:p>
          <a:p>
            <a:pPr marL="0" indent="0">
              <a:buNone/>
              <a:defRPr lang="en-us" sz="2800" cap="none"/>
            </a:pPr>
            <a:r>
              <a:t>• Systematic development, operation, maintenance, and evolution of software</a:t>
            </a:r>
          </a:p>
          <a:p>
            <a:pPr marL="0" indent="0">
              <a:buNone/>
              <a:defRPr lang="en-us"/>
            </a:pPr>
            <a:r>
              <a:rPr lang="en-us" sz="2800" cap="none"/>
              <a:t>• Applies engineering principles for cost-</a:t>
            </a:r>
            <a:r>
              <a:t>effective and </a:t>
            </a:r>
            <a:r>
              <a:rPr lang="en-us" sz="2800" cap="none"/>
              <a:t>reliable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Emergence of Software Engineering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NgJAABwNQAAsCUAAAAAAAAmAAAACAAAAAEAAAAAAA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pPr marL="0" indent="0">
              <a:buNone/>
              <a:defRPr lang="en-us"/>
            </a:pPr>
            <a:r>
              <a:t>• Early software systems were small and simple</a:t>
            </a:r>
          </a:p>
          <a:p>
            <a:pPr marL="0" indent="0">
              <a:buNone/>
              <a:defRPr lang="en-us"/>
            </a:pPr>
            <a:r>
              <a:t>• Increase in size and complexity of software systems</a:t>
            </a:r>
          </a:p>
          <a:p>
            <a:pPr marL="0" indent="0">
              <a:buNone/>
              <a:defRPr lang="en-us"/>
            </a:pPr>
            <a:r>
              <a:t>• Frequent project failures, cost overruns, and poor quality</a:t>
            </a:r>
          </a:p>
          <a:p>
            <a:pPr marL="0" indent="0">
              <a:buNone/>
              <a:defRPr lang="en-us"/>
            </a:pPr>
            <a:r>
              <a:t>• Led to emergence of software engineering as a discipline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Software Crisis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NgJAABwNQAAsCUAAAAAAAAmAAAACAAAAAEAAAAAAA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pPr marL="0" indent="0">
              <a:buNone/>
              <a:defRPr lang="en-us"/>
            </a:pPr>
            <a:r>
              <a:t>• Difficulty in developing large and reliable software systems</a:t>
            </a:r>
          </a:p>
          <a:p>
            <a:pPr marL="0" indent="0">
              <a:buNone/>
              <a:defRPr lang="en-us"/>
            </a:pPr>
            <a:r>
              <a:t>• Lack of systematic development methods</a:t>
            </a:r>
          </a:p>
          <a:p>
            <a:pPr marL="0" indent="0">
              <a:buNone/>
              <a:defRPr lang="en-us"/>
            </a:pPr>
            <a:r>
              <a:t>• Poor planning and inadequate testing</a:t>
            </a:r>
          </a:p>
          <a:p>
            <a:pPr marL="0" indent="0">
              <a:buNone/>
              <a:defRPr lang="en-us"/>
            </a:pPr>
            <a:r>
              <a:t>• Motivated adoption of software engineering practices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Software Evolution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L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NgJAABwNQAAs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en-us"/>
            </a:pPr>
            <a:r>
              <a:t>• Changes made to software after delivery</a:t>
            </a:r>
          </a:p>
          <a:p>
            <a:pPr>
              <a:defRPr lang="en-us"/>
            </a:pPr>
            <a:r>
              <a:t>• Required due to changing requirements and environments</a:t>
            </a:r>
          </a:p>
          <a:p>
            <a:pPr>
              <a:defRPr lang="en-us"/>
            </a:pPr>
            <a:r>
              <a:t>• Errors discovered during usage</a:t>
            </a:r>
          </a:p>
          <a:p>
            <a:pPr>
              <a:defRPr lang="en-us"/>
            </a:pPr>
            <a:r>
              <a:t>• Software evolution is inevitable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Causes of Software Evolution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NgJAABwNQAAsCUAAAAAAAAmAAAACAAAAAEAAAAAAA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pPr marL="0" indent="0">
              <a:buNone/>
              <a:defRPr lang="en-us"/>
            </a:pPr>
            <a:r>
              <a:t>• Fault correction</a:t>
            </a:r>
          </a:p>
          <a:p>
            <a:pPr marL="0" indent="0">
              <a:buNone/>
              <a:defRPr lang="en-us"/>
            </a:pPr>
            <a:r>
              <a:t>• Adaptation to environment changes</a:t>
            </a:r>
          </a:p>
          <a:p>
            <a:pPr marL="0" indent="0">
              <a:buNone/>
              <a:defRPr lang="en-us"/>
            </a:pPr>
            <a:r>
              <a:t>• Functional enhancement</a:t>
            </a:r>
          </a:p>
          <a:p>
            <a:pPr marL="0" indent="0">
              <a:buNone/>
              <a:defRPr lang="en-us"/>
            </a:pPr>
            <a:r>
              <a:t>• Performance improvement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Software Development Projects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L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NgJAABwNQAAsCUAAAAAAAAmAAAACAAAAAEAAAAAAA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pPr marL="0" indent="0">
              <a:buNone/>
              <a:defRPr lang="en-us"/>
            </a:pPr>
            <a:r>
              <a:t>• Organized effort to develop software products</a:t>
            </a:r>
          </a:p>
          <a:p>
            <a:pPr marL="0" indent="0">
              <a:buNone/>
              <a:defRPr lang="en-us"/>
            </a:pPr>
            <a:r>
              <a:t>• Includes analysis, design, implementation, and testing</a:t>
            </a:r>
          </a:p>
          <a:p>
            <a:pPr marL="0" indent="0">
              <a:buNone/>
              <a:defRPr lang="en-us"/>
            </a:pPr>
            <a:r>
              <a:t>• Human-intensive in nature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Characteristics of Software Projects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T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NgJAABwNQAAsCUAAAAAAAAmAAAACAAAAAEAAAAAAA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pPr marL="0" indent="0">
              <a:buNone/>
              <a:defRPr lang="en-us"/>
            </a:pPr>
            <a:r>
              <a:t>• Software is intangible</a:t>
            </a:r>
          </a:p>
          <a:p>
            <a:pPr marL="0" indent="0">
              <a:buNone/>
              <a:defRPr lang="en-us"/>
            </a:pPr>
            <a:r>
              <a:t>• Difficult to measure progress</a:t>
            </a:r>
          </a:p>
          <a:p>
            <a:pPr marL="0" indent="0">
              <a:buNone/>
              <a:defRPr lang="en-us"/>
            </a:pPr>
            <a:r>
              <a:t>• Requirements change frequently</a:t>
            </a:r>
          </a:p>
          <a:p>
            <a:pPr marL="0" indent="0">
              <a:buNone/>
              <a:defRPr lang="en-us"/>
            </a:pPr>
            <a:r>
              <a:t>• Dependent on human expertise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Exploratory Style of Software Development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NgJAABwNQAAsCUAAAAAAAAmAAAACAAAAAEAAAAAAA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pPr marL="0" indent="0">
              <a:buNone/>
              <a:defRPr lang="en-us"/>
            </a:pPr>
            <a:r>
              <a:t>• Requirements not clearly known at start</a:t>
            </a:r>
          </a:p>
          <a:p>
            <a:pPr marL="0" indent="0">
              <a:buNone/>
              <a:defRPr lang="en-us"/>
            </a:pPr>
            <a:r>
              <a:t>• Initial implementation is developed</a:t>
            </a:r>
          </a:p>
          <a:p>
            <a:pPr marL="0" indent="0">
              <a:buNone/>
              <a:defRPr lang="en-us"/>
            </a:pPr>
            <a:r>
              <a:t>• System refined through iterations</a:t>
            </a:r>
          </a:p>
          <a:p>
            <a:pPr marL="0" indent="0">
              <a:buNone/>
              <a:defRPr lang="en-us"/>
            </a:pPr>
            <a:r>
              <a:t>• Final system emerges gradually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Applicability of Exploratory Development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NgJAABwNQAAsCUAAAAAAAAmAAAACAAAAAEAAAAAAA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pPr marL="0" indent="0">
              <a:buNone/>
              <a:defRPr lang="en-us"/>
            </a:pPr>
            <a:r>
              <a:t>• When problem definition is unclear</a:t>
            </a:r>
          </a:p>
          <a:p>
            <a:pPr marL="0" indent="0">
              <a:buNone/>
              <a:defRPr lang="en-us"/>
            </a:pPr>
            <a:r>
              <a:t>• Research-oriented projects</a:t>
            </a:r>
          </a:p>
          <a:p>
            <a:pPr marL="0" indent="0">
              <a:buNone/>
              <a:defRPr lang="en-us"/>
            </a:pPr>
            <a:r>
              <a:t>• AI and innovative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Unit–1 Summary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NgJAABwNQAAsCUAAAAAAAAmAAAACAAAAAEAAAAAAA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pPr marL="0" indent="0">
              <a:buNone/>
              <a:defRPr lang="en-us"/>
            </a:pPr>
            <a:r>
              <a:t>• Definition of software and software engineering</a:t>
            </a:r>
          </a:p>
          <a:p>
            <a:pPr marL="0" indent="0">
              <a:buNone/>
              <a:defRPr lang="en-us"/>
            </a:pPr>
            <a:r>
              <a:t>• Emergence of software engineering</a:t>
            </a:r>
          </a:p>
          <a:p>
            <a:pPr marL="0" indent="0">
              <a:buNone/>
              <a:defRPr lang="en-us"/>
            </a:pPr>
            <a:r>
              <a:t>• Software crisis</a:t>
            </a:r>
          </a:p>
          <a:p>
            <a:pPr marL="0" indent="0">
              <a:buNone/>
              <a:defRPr lang="en-us"/>
            </a:pPr>
            <a:r>
              <a:t>• Software evolution</a:t>
            </a:r>
          </a:p>
          <a:p>
            <a:pPr marL="0" indent="0">
              <a:buNone/>
              <a:defRPr lang="en-us"/>
            </a:pPr>
            <a:r>
              <a:t>• Software development projects</a:t>
            </a:r>
          </a:p>
          <a:p>
            <a:pPr marL="0" indent="0">
              <a:buNone/>
              <a:defRPr lang="en-us"/>
            </a:pPr>
            <a:r>
              <a:t>• Exploratory development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3" name="TextBox 2"/>
          <p:cNvSpPr>
            <a:extLst>
              <a:ext uri="smNativeData">
                <pr:smNativeData xmlns:pr="smNativeData" xmlns="smNativeData" val="SMDATA_15_OGVT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oAUAALABAACgMgAAMAYAABAgAAAmAAAACAAAAP//////////"/>
              </a:ext>
            </a:extLst>
          </p:cNvSpPr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/>
            </a:pPr>
            <a:r>
              <a:t>Software Evolution</a:t>
            </a:r>
          </a:p>
        </p:txBody>
      </p:sp>
      <p:sp>
        <p:nvSpPr>
          <p:cNvPr id="4" name="Rectangle 3"/>
          <p:cNvSpPr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EAAAADAAAAP37NAKbC/wAAAAAAAAAAAAAAAAAAAAAAAAAAAAAAAAAAAAAAZAAAAAEAAABAAAAAAAAAAJz///9aAAAAAAAAAAAAAAAAAAAAAAAAAAAAAAAAAAAAAAAAAAAAAAAAAAAAAAAAAAAAAAAAAAAAAAAAAAAAAAAAAAAAAAAAAAAAAAAAAAAAFAAAADwAAAAB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PD///8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P37NAKbC/wAAAAAAAAAAAAAAAAAAAAAAAAAAAAAAAAAAAAAAAAAAAEl9vAAAAAACAAAAAszMzADAwP8Af39/AAAAAAAAAAAAAAAAAAAAAAAAAAAAIQAAABgAAAAUAAAAoAUAAHAIAAAAEgAAEA4AABAAAAAmAAAACAAAAP//////////"/>
              </a:ext>
            </a:extLst>
          </p:cNvSpPr>
          <p:nvPr/>
        </p:nvSpPr>
        <p:spPr>
          <a:xfrm>
            <a:off x="914400" y="1371600"/>
            <a:ext cx="2011680" cy="914400"/>
          </a:xfrm>
          <a:prstGeom prst="rect">
            <a:avLst/>
          </a:prstGeom>
          <a:gradFill flip="none" rotWithShape="0">
            <a:gsLst>
              <a:gs pos="0">
                <a:srgbClr val="3F7ECD"/>
              </a:gs>
              <a:gs pos="100000">
                <a:srgbClr val="A6C2FF"/>
              </a:gs>
            </a:gsLst>
            <a:lin ang="16200000" scaled="0"/>
            <a:tileRect/>
          </a:gradFill>
          <a:ln w="9525" cap="flat" cmpd="sng" algn="ctr">
            <a:solidFill>
              <a:srgbClr val="497DBC"/>
            </a:solidFill>
            <a:prstDash val="solid"/>
            <a:headEnd type="none"/>
            <a:tailEnd type="none"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Initial</a:t>
            </a:r>
          </a:p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Development</a:t>
            </a:r>
          </a:p>
        </p:txBody>
      </p:sp>
      <p:sp>
        <p:nvSpPr>
          <p:cNvPr id="5" name="Rectangle 4"/>
          <p:cNvSpPr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EAAAADAAAAP37NAKbC/wAAAAAAAAAAAAAAAAAAAAAAAAAAAAAAAAAAAAAAZAAAAAEAAABAAAAAAAAAAJz///9aAAAAAAAAAAAAAAAAAAAAAAAAAAAAAAAAAAAAAAAAAAAAAAAAAAAAAAAAAAAAAAAAAAAAAAAAAAAAAAAAAAAAAAAAAAAAAAAAAAAAFAAAADwAAAAB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AAAAAA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P37NAKbC/wAAAAAAAAAAAAAAAAAAAAAAAAAAAAAAAAAAAAAAAAAAAEl9vAAAAAACAAAAAszMzADAwP8Af39/AAAAAAAAAAAAAAAAAAAAAAAAAAAAIQAAABgAAAAUAAAAkBIAAHAIAADwHgAAEA4AABAAAAAmAAAACAAAAP//////////"/>
              </a:ext>
            </a:extLst>
          </p:cNvSpPr>
          <p:nvPr/>
        </p:nvSpPr>
        <p:spPr>
          <a:xfrm>
            <a:off x="3017520" y="1371600"/>
            <a:ext cx="2011680" cy="914400"/>
          </a:xfrm>
          <a:prstGeom prst="rect">
            <a:avLst/>
          </a:prstGeom>
          <a:gradFill flip="none" rotWithShape="0">
            <a:gsLst>
              <a:gs pos="0">
                <a:srgbClr val="3F7ECD"/>
              </a:gs>
              <a:gs pos="100000">
                <a:srgbClr val="A6C2FF"/>
              </a:gs>
            </a:gsLst>
            <a:lin ang="16200000" scaled="0"/>
            <a:tileRect/>
          </a:gradFill>
          <a:ln w="9525" cap="flat" cmpd="sng" algn="ctr">
            <a:solidFill>
              <a:srgbClr val="497DBC"/>
            </a:solidFill>
            <a:prstDash val="solid"/>
            <a:headEnd type="none"/>
            <a:tailEnd type="none"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Maintenance</a:t>
            </a:r>
          </a:p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&amp; Changes</a:t>
            </a:r>
          </a:p>
        </p:txBody>
      </p:sp>
      <p:sp>
        <p:nvSpPr>
          <p:cNvPr id="6" name="Rectangle 5"/>
          <p:cNvSpPr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EAAAADAAAAP37NAKbC/wAAAAAAAAAAAAAAAAAAAAAAAAAAAAAAAAAAAAAAZAAAAAEAAABAAAAAAAAAAJz///9aAAAAAAAAAAAAAAAAAAAAAAAAAAAAAAAAAAAAAAAAAAAAAAAAAAAAAAAAAAAAAAAAAAAAAAAAAAAAAAAAAAAAAAAAAAAAAAAAAAAAFAAAADwAAAAB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AAAAAA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P37NAKbC/wAAAAAAAAAAAAAAAAAAAAAAAAAAAAAAAAAAAAAAAAAAAEl9vAAAAAACAAAAAszMzADAwP8Af39/AAAAAAAAAAAAAAAAAAAAAAAAAAAAIQAAABgAAAAUAAAAgB8AAHAIAADgKwAAEA4AABAAAAAmAAAACAAAAP//////////"/>
              </a:ext>
            </a:extLst>
          </p:cNvSpPr>
          <p:nvPr/>
        </p:nvSpPr>
        <p:spPr>
          <a:xfrm>
            <a:off x="5120640" y="1371600"/>
            <a:ext cx="2011680" cy="914400"/>
          </a:xfrm>
          <a:prstGeom prst="rect">
            <a:avLst/>
          </a:prstGeom>
          <a:gradFill flip="none" rotWithShape="0">
            <a:gsLst>
              <a:gs pos="0">
                <a:srgbClr val="3F7ECD"/>
              </a:gs>
              <a:gs pos="100000">
                <a:srgbClr val="A6C2FF"/>
              </a:gs>
            </a:gsLst>
            <a:lin ang="16200000" scaled="0"/>
            <a:tileRect/>
          </a:gradFill>
          <a:ln w="9525" cap="flat" cmpd="sng" algn="ctr">
            <a:solidFill>
              <a:srgbClr val="497DBC"/>
            </a:solidFill>
            <a:prstDash val="solid"/>
            <a:headEnd type="none"/>
            <a:tailEnd type="none"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Enhanced</a:t>
            </a:r>
          </a:p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Version</a:t>
            </a:r>
          </a:p>
        </p:txBody>
      </p:sp>
      <p:sp>
        <p:nvSpPr>
          <p:cNvPr id="7" name="Rectangle 6"/>
          <p:cNvSpPr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EAAAADAAAAP37NAKbC/wAAAAAAAAAAAAAAAAAAAAAAAAAAAAAAAAAAAAAAZAAAAAEAAABAAAAAAAAAAJz///9aAAAAAAAAAAAAAAAAAAAAAAAAAAAAAAAAAAAAAAAAAAAAAAAAAAAAAAAAAAAAAAAAAAAAAAAAAAAAAAAAAAAAAAAAAAAAAAAAAAAAFAAAADwAAAAB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AAAAAA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P37NAKbC/wAAAAAAAAAAAAAAAAAAAAAAAAAAAAAAAAAAAAAAAAAAAEl9vAAAAAACAAAAAszMzADAwP8Af39/AAAAAAAAAAAAAAAAAAAAAAAAAAAAIQAAABgAAAAUAAAAcCwAAHAIAADQOAAAEA4AABAAAAAmAAAACAAAAP//////////"/>
              </a:ext>
            </a:extLst>
          </p:cNvSpPr>
          <p:nvPr/>
        </p:nvSpPr>
        <p:spPr>
          <a:xfrm>
            <a:off x="7223760" y="1371600"/>
            <a:ext cx="2011680" cy="914400"/>
          </a:xfrm>
          <a:prstGeom prst="rect">
            <a:avLst/>
          </a:prstGeom>
          <a:gradFill flip="none" rotWithShape="0">
            <a:gsLst>
              <a:gs pos="0">
                <a:srgbClr val="3F7ECD"/>
              </a:gs>
              <a:gs pos="100000">
                <a:srgbClr val="A6C2FF"/>
              </a:gs>
            </a:gsLst>
            <a:lin ang="16200000" scaled="0"/>
            <a:tileRect/>
          </a:gradFill>
          <a:ln w="9525" cap="flat" cmpd="sng" algn="ctr">
            <a:solidFill>
              <a:srgbClr val="497DBC"/>
            </a:solidFill>
            <a:prstDash val="solid"/>
            <a:headEnd type="none"/>
            <a:tailEnd type="none"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Evolved</a:t>
            </a:r>
          </a:p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3" name="TextBox 2"/>
          <p:cNvSpPr>
            <a:extLst>
              <a:ext uri="smNativeData">
                <pr:smNativeData xmlns:pr="smNativeData" xmlns="smNativeData" val="SMDATA_15_OGVT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oAUAALABAACgMgAAMAYAABAgAAAmAAAACAAAAP//////////"/>
              </a:ext>
            </a:extLst>
          </p:cNvSpPr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/>
            </a:pPr>
            <a:r>
              <a:t>Exploratory Style of Software Development</a:t>
            </a:r>
          </a:p>
        </p:txBody>
      </p:sp>
      <p:sp>
        <p:nvSpPr>
          <p:cNvPr id="4" name="Rectangle 3"/>
          <p:cNvSpPr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EAAAADAAAAP37NAKbC/wAAAAAAAAAAAAAAAAAAAAAAAAAAAAAAAAAAAAAAZAAAAAEAAABAAAAAAAAAAJz///9aAAAAAAAAAAAAAAAAAAAAAAAAAAAAAAAAAAAAAAAAAAAAAAAAAAAAAAAAAAAAAAAAAAAAAAAAAAAAAAAAAAAAAAAAAAAAAAAAAAAAFAAAADwAAAAB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AAAAAA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P37NAKbC/wAAAAAAAAAAAAAAAAAAAAAAAAAAAAAAAAAAAAAAAAAAAEl9vAAAAAACAAAAAszMzADAwP8Af39/AAAAAAAAAAAAAAAAAAAAAAAAAAAAIQAAABgAAAAUAAAAoAUAAHAIAAAQDgAAEA4AABAAAAAmAAAACAAAAP//////////"/>
              </a:ext>
            </a:extLst>
          </p:cNvSpPr>
          <p:nvPr/>
        </p:nvSpPr>
        <p:spPr>
          <a:xfrm>
            <a:off x="914400" y="1371600"/>
            <a:ext cx="1371600" cy="914400"/>
          </a:xfrm>
          <a:prstGeom prst="rect">
            <a:avLst/>
          </a:prstGeom>
          <a:gradFill flip="none" rotWithShape="0">
            <a:gsLst>
              <a:gs pos="0">
                <a:srgbClr val="3F7ECD"/>
              </a:gs>
              <a:gs pos="100000">
                <a:srgbClr val="A6C2FF"/>
              </a:gs>
            </a:gsLst>
            <a:lin ang="16200000" scaled="0"/>
            <a:tileRect/>
          </a:gradFill>
          <a:ln w="9525" cap="flat" cmpd="sng" algn="ctr">
            <a:solidFill>
              <a:srgbClr val="497DBC"/>
            </a:solidFill>
            <a:prstDash val="solid"/>
            <a:headEnd type="none"/>
            <a:tailEnd type="none"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Initial</a:t>
            </a:r>
          </a:p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Idea</a:t>
            </a:r>
          </a:p>
        </p:txBody>
      </p:sp>
      <p:sp>
        <p:nvSpPr>
          <p:cNvPr id="5" name="Rectangle 4"/>
          <p:cNvSpPr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EAAAADAAAAP37NAKbC/wAAAAAAAAAAAAAAAAAAAAAAAAAAAAAAAAAAAAAAZAAAAAEAAABAAAAAAAAAAJz///9aAAAAAAAAAAAAAAAAAAAAAAAAAAAAAAAAAAAAAAAAAAAAAAAAAAAAAAAAAAAAAAAAAAAAAAAAAAAAAAAAAAAAAAAAAAAAAAAAAAAAFAAAADwAAAAB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AAAAAA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P37NAKbC/wAAAAAAAAAAAAAAAAAAAAAAAAAAAAAAAAAAAAAAAAAAAEl9vAAAAAACAAAAAszMzADAwP8Af39/AAAAAAAAAAAAAAAAAAAAAAAAAAAAIQAAABgAAAAUAAAAMA8AAHAIAACgFwAAEA4AABAAAAAmAAAACAAAAP//////////"/>
              </a:ext>
            </a:extLst>
          </p:cNvSpPr>
          <p:nvPr/>
        </p:nvSpPr>
        <p:spPr>
          <a:xfrm>
            <a:off x="2468880" y="1371600"/>
            <a:ext cx="1371600" cy="914400"/>
          </a:xfrm>
          <a:prstGeom prst="rect">
            <a:avLst/>
          </a:prstGeom>
          <a:gradFill flip="none" rotWithShape="0">
            <a:gsLst>
              <a:gs pos="0">
                <a:srgbClr val="3F7ECD"/>
              </a:gs>
              <a:gs pos="100000">
                <a:srgbClr val="A6C2FF"/>
              </a:gs>
            </a:gsLst>
            <a:lin ang="16200000" scaled="0"/>
            <a:tileRect/>
          </a:gradFill>
          <a:ln w="9525" cap="flat" cmpd="sng" algn="ctr">
            <a:solidFill>
              <a:srgbClr val="497DBC"/>
            </a:solidFill>
            <a:prstDash val="solid"/>
            <a:headEnd type="none"/>
            <a:tailEnd type="none"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Prototype</a:t>
            </a:r>
          </a:p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Development</a:t>
            </a:r>
          </a:p>
        </p:txBody>
      </p:sp>
      <p:sp>
        <p:nvSpPr>
          <p:cNvPr id="6" name="Rectangle 5"/>
          <p:cNvSpPr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EAAAADAAAAP37NAKbC/wAAAAAAAAAAAAAAAAAAAAAAAAAAAAAAAAAAAAAAZAAAAAEAAABAAAAAAAAAAJz///9aAAAAAAAAAAAAAAAAAAAAAAAAAAAAAAAAAAAAAAAAAAAAAAAAAAAAAAAAAAAAAAAAAAAAAAAAAAAAAAAAAAAAAAAAAAAAAAAAAAAAFAAAADwAAAAB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AAAAAA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P37NAKbC/wAAAAAAAAAAAAAAAAAAAAAAAAAAAAAAAAAAAAAAAAAAAEl9vAAAAAACAAAAAszMzADAwP8Af39/AAAAAAAAAAAAAAAAAAAAAAAAAAAAIQAAABgAAAAUAAAAwBgAAHAIAAAwIQAAEA4AABAAAAAmAAAACAAAAP//////////"/>
              </a:ext>
            </a:extLst>
          </p:cNvSpPr>
          <p:nvPr/>
        </p:nvSpPr>
        <p:spPr>
          <a:xfrm>
            <a:off x="4023360" y="1371600"/>
            <a:ext cx="1371600" cy="914400"/>
          </a:xfrm>
          <a:prstGeom prst="rect">
            <a:avLst/>
          </a:prstGeom>
          <a:gradFill flip="none" rotWithShape="0">
            <a:gsLst>
              <a:gs pos="0">
                <a:srgbClr val="3F7ECD"/>
              </a:gs>
              <a:gs pos="100000">
                <a:srgbClr val="A6C2FF"/>
              </a:gs>
            </a:gsLst>
            <a:lin ang="16200000" scaled="0"/>
            <a:tileRect/>
          </a:gradFill>
          <a:ln w="9525" cap="flat" cmpd="sng" algn="ctr">
            <a:solidFill>
              <a:srgbClr val="497DBC"/>
            </a:solidFill>
            <a:prstDash val="solid"/>
            <a:headEnd type="none"/>
            <a:tailEnd type="none"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User</a:t>
            </a:r>
          </a:p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Feedback</a:t>
            </a:r>
          </a:p>
        </p:txBody>
      </p:sp>
      <p:sp>
        <p:nvSpPr>
          <p:cNvPr id="7" name="Rectangle 6"/>
          <p:cNvSpPr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EAAAADAAAAP37NAKbC/wAAAAAAAAAAAAAAAAAAAAAAAAAAAAAAAAAAAAAAZAAAAAEAAABAAAAAAAAAAJz///9aAAAAAAAAAAAAAAAAAAAAAAAAAAAAAAAAAAAAAAAAAAAAAAAAAAAAAAAAAAAAAAAAAAAAAAAAAAAAAAAAAAAAAAAAAAAAAAAAAAAAFAAAADwAAAAB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AAAAAA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P37NAKbC/wAAAAAAAAAAAAAAAAAAAAAAAAAAAAAAAAAAAAAAAAAAAEl9vAAAAAACAAAAAszMzADAwP8Af39/AAAAAAAAAAAAAAAAAAAAAAAAAAAAIQAAABgAAAAUAAAAUCIAAHAIAADAKgAAEA4AABAAAAAmAAAACAAAAP//////////"/>
              </a:ext>
            </a:extLst>
          </p:cNvSpPr>
          <p:nvPr/>
        </p:nvSpPr>
        <p:spPr>
          <a:xfrm>
            <a:off x="5577840" y="1371600"/>
            <a:ext cx="1371600" cy="914400"/>
          </a:xfrm>
          <a:prstGeom prst="rect">
            <a:avLst/>
          </a:prstGeom>
          <a:gradFill flip="none" rotWithShape="0">
            <a:gsLst>
              <a:gs pos="0">
                <a:srgbClr val="3F7ECD"/>
              </a:gs>
              <a:gs pos="100000">
                <a:srgbClr val="A6C2FF"/>
              </a:gs>
            </a:gsLst>
            <a:lin ang="16200000" scaled="0"/>
            <a:tileRect/>
          </a:gradFill>
          <a:ln w="9525" cap="flat" cmpd="sng" algn="ctr">
            <a:solidFill>
              <a:srgbClr val="497DBC"/>
            </a:solidFill>
            <a:prstDash val="solid"/>
            <a:headEnd type="none"/>
            <a:tailEnd type="none"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Refinement</a:t>
            </a:r>
          </a:p>
        </p:txBody>
      </p:sp>
      <p:sp>
        <p:nvSpPr>
          <p:cNvPr id="8" name="Rectangle 7"/>
          <p:cNvSpPr>
            <a:extLst>
              <a:ext uri="smNativeData">
                <pr:smNativeData xmlns:pr="smNativeData" xmlns="smNativeData" val="SMDATA_15_OGVTaRMAAAAlAAAAZAAAAA0AAAAAkAAAAEgAAACQAAAASAAAAAAAAAABAAAAAAAAAAEAAABQAAAAAAAAAAAA4D8AAAAAAADgPwAAAAAAAOA/AAAAAAAA4D8AAAAAAADgPwAAAAAAAOA/AAAAAAAA4D8AAAAAAADgPwAAAAAAAOA/AAAAAAAA4D8CAAAAjAAAAAEAAAADAAAAP37NAKbC/wAAAAAAAAAAAAAAAAAAAAAAAAAAAAAAAAAAAAAAZAAAAAEAAABAAAAAAAAAAJz///9aAAAAAAAAAAAAAAAAAAAAAAAAAAAAAAAAAAAAAAAAAAAAAAAAAAAAAAAAAAAAAAAAAAAAAAAAAAAAAAAAAAAAAAAAAAAAAAAAAAAAFAAAADwAAAAB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AAAAAA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P37NAKbC/wAAAAAAAAAAAAAAAAAAAAAAAAAAAAAAAAAAAAAAAAAAAEl9vAAAAAACAAAAAszMzADAwP8Af39/AAAAAAAAAAAAAAAAAAAAAAAAAAAAIQAAABgAAAAUAAAA4CsAAHAIAABQNAAAEA4AABAAAAAmAAAACAAAAP//////////"/>
              </a:ext>
            </a:extLst>
          </p:cNvSpPr>
          <p:nvPr/>
        </p:nvSpPr>
        <p:spPr>
          <a:xfrm>
            <a:off x="7132320" y="1371600"/>
            <a:ext cx="1371600" cy="914400"/>
          </a:xfrm>
          <a:prstGeom prst="rect">
            <a:avLst/>
          </a:prstGeom>
          <a:gradFill flip="none" rotWithShape="0">
            <a:gsLst>
              <a:gs pos="0">
                <a:srgbClr val="3F7ECD"/>
              </a:gs>
              <a:gs pos="100000">
                <a:srgbClr val="A6C2FF"/>
              </a:gs>
            </a:gsLst>
            <a:lin ang="16200000" scaled="0"/>
            <a:tileRect/>
          </a:gradFill>
          <a:ln w="9525" cap="flat" cmpd="sng" algn="ctr">
            <a:solidFill>
              <a:srgbClr val="497DBC"/>
            </a:solidFill>
            <a:prstDash val="solid"/>
            <a:headEnd type="none"/>
            <a:tailEnd type="none"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Final</a:t>
            </a:r>
          </a:p>
          <a:p>
            <a:pPr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SLPSSVS-SMCG-1008SST</cp:lastModifiedBy>
  <cp:revision>0</cp:revision>
  <dcterms:created xsi:type="dcterms:W3CDTF">2013-01-27T09:14:16Z</dcterms:created>
  <dcterms:modified xsi:type="dcterms:W3CDTF">2025-12-30T05:38:00Z</dcterms:modified>
</cp:coreProperties>
</file>